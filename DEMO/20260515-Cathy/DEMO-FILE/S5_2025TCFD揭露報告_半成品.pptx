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2025 TCFD 氣候相關財務揭露報告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草稿版 — 待 Copilot 完善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Copilot 整合「TCFD揭露報告草稿.docx」第一節，產出三條重點]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SBTi 1.5°C / 2030 / 2050 目標</a:t>
            </a:r>
          </a:p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Copilot 補上四大子公司各自策略行動]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風險管理矩陣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Copilot：
基於「2050淨零路徑研究.docx」整合五大氣候風險矩陣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關鍵指標表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Analyst Agent：
基於「組合碳足跡原始資料.xlsx」+「ESG淨零Dashboard.xlsx」產出 5 大指標進度表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5. 同業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Researcher Agent：
更新中信、富邦、玉山金 2025 TCFD 報告最新分數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