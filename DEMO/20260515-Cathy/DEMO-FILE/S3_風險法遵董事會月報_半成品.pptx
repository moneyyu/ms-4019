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2026 Q1 風險與法遵董事會月報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草稿版 — 待 Copilot 完善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ICS 資本適足率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Analyst Agent：
基於「風險原始資料KRI_STR.xlsx」與「風險指標Dashboard.xlsx」整合 24 個月趨勢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KRI 熱圖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Copilot：
基於 KRI 月度資料產出 8 個關鍵指標的本月 vs 上月對比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壓力測試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Analyst Agent：
基於「風險指標Dashboard.xlsx」的「壓力測試情境」分頁產出董事會友善摘要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AML / 法遵重點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Researcher Agent + Copilot 整合 AML 風險評估報告 + 法遵摘要 + IFRS17 備忘錄，提出 5 個重點]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