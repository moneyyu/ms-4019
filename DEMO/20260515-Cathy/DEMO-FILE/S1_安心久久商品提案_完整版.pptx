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「安心久久」長照新商品提案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商審會提報 — 商品企劃部 / Christie Cline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市場機會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為什麼是現在？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2026 年台灣正式進入超高齡社會（65+ 達 20%）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失能/失智人口推估 91.5 萬人，但長照險滲透率僅 4.2%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舊版商品『永康長照』新契約年成長率自 12% 滑落至 4.1%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金管會長照 3.0 上路 + 投資型保單規範鬆綁，創造新商品空間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ESG 退休金與長照需求結合，是國泰投信協作的關鍵切點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五大競品條款比較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本公司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富邦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南山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新光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三商美邦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每月給付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32,000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保證給付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120月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240月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180月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免責期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180天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90天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60天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失智保障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需附約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CDR≥1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另售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CDR≥0.5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輕度不保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居家照護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/>
                </a:tc>
              </a:tr>
              <a:tr h="4493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保費（40M）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79,800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76,500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商品設計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三檔費率方案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6633"/>
                </a:solidFill>
                <a:latin typeface="Microsoft JhengHei"/>
              </a:rPr>
              <a:t>▸ 基本型 NT$ 30,000/月 — 年繳 68,400</a:t>
            </a:r>
          </a:p>
          <a:p>
            <a:pPr lvl="1"/>
            <a:r>
              <a:rPr sz="1400" b="0">
                <a:solidFill>
                  <a:srgbClr val="404040"/>
                </a:solidFill>
                <a:latin typeface="Microsoft JhengHei"/>
              </a:rPr>
              <a:t>  • 保證給付 180 個月 / CDR ≥1 失智保障</a:t>
            </a:r>
          </a:p>
          <a:p>
            <a:pPr lvl="1"/>
            <a:r>
              <a:rPr sz="1400" b="0">
                <a:solidFill>
                  <a:srgbClr val="404040"/>
                </a:solidFill>
                <a:latin typeface="Microsoft JhengHei"/>
              </a:rPr>
              <a:t>  • 目標客群：35-45 歲入門族</a:t>
            </a:r>
          </a:p>
          <a:p>
            <a:r>
              <a:rPr sz="1800" b="1">
                <a:solidFill>
                  <a:srgbClr val="006633"/>
                </a:solidFill>
                <a:latin typeface="Microsoft JhengHei"/>
              </a:rPr>
              <a:t>▸ 進階型 NT$ 40,000/月 — 年繳 95,200</a:t>
            </a:r>
          </a:p>
          <a:p>
            <a:pPr lvl="1"/>
            <a:r>
              <a:rPr sz="1400" b="0">
                <a:solidFill>
                  <a:srgbClr val="404040"/>
                </a:solidFill>
                <a:latin typeface="Microsoft JhengHei"/>
              </a:rPr>
              <a:t>  • CDR ≥0.5 + 居家照護日額 6,000</a:t>
            </a:r>
          </a:p>
          <a:p>
            <a:pPr lvl="1"/>
            <a:r>
              <a:rPr sz="1400" b="0">
                <a:solidFill>
                  <a:srgbClr val="404040"/>
                </a:solidFill>
                <a:latin typeface="Microsoft JhengHei"/>
              </a:rPr>
              <a:t>  • 目標客群：45-55 歲中產</a:t>
            </a:r>
          </a:p>
          <a:p>
            <a:r>
              <a:rPr sz="1800" b="1">
                <a:solidFill>
                  <a:srgbClr val="006633"/>
                </a:solidFill>
                <a:latin typeface="Microsoft JhengHei"/>
              </a:rPr>
              <a:t>▸ 尊榮型 NT$ 60,000/月 — 年繳 158,000</a:t>
            </a:r>
          </a:p>
          <a:p>
            <a:pPr lvl="1"/>
            <a:r>
              <a:rPr sz="1400" b="0">
                <a:solidFill>
                  <a:srgbClr val="404040"/>
                </a:solidFill>
                <a:latin typeface="Microsoft JhengHei"/>
              </a:rPr>
              <a:t>  • 保證給付 240 個月 + 失智專屬服務</a:t>
            </a:r>
          </a:p>
          <a:p>
            <a:pPr lvl="1"/>
            <a:r>
              <a:rPr sz="1400" b="0">
                <a:solidFill>
                  <a:srgbClr val="404040"/>
                </a:solidFill>
                <a:latin typeface="Microsoft JhengHei"/>
              </a:rPr>
              <a:t>  • 目標客群：55+ 高資產 + 國泰投信 ESG 附約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精算敏感度（Monte Carlo 10 萬次）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敏感度因子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+10% 衝擊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-10% 衝擊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風險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失能發生率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損失率 +7.5pp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-6.9pp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🔴 高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失智發生率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+3.2pp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-2.7pp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🟡 中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長期折現率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-2.4pp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+2.7pp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🟡 中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醫療通膨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+4.9pp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-4.4pp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🟡 中</a:t>
                      </a:r>
                    </a:p>
                  </a:txBody>
                  <a:tcPr/>
                </a:tc>
              </a:tr>
              <a:tr h="4602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解約率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+1.3pp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-1.2pp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🟢 低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上市計畫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上市時程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T - 6 週：精算費率定稿（Irvin）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T - 5 週：金管會送審（Johanna）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T - 4 ~ -1 週：核保系統開發（Isaiah）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T - 2 週：業務員教育訓練（Christie）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T = 2026 Q3：正式上市（Lidia 監督）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6. 預期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首月銷售件數：1,800 件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首季銷售件數：6,200 件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首年銷售件數：21,500 件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首年保費收入：21.4 億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預估損失率：57.8%（在 55-60% 目標區間）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綜合 CP 值：91（業界第 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