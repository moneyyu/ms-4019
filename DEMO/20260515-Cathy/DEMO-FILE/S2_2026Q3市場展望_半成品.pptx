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6633"/>
                </a:solidFill>
                <a:latin typeface="Microsoft JhengHei"/>
              </a:rPr>
              <a:t>2026 Q3 全球市場展望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Microsoft JhengHei"/>
              </a:rPr>
              <a:t>客戶月報草稿 — 待 Copilot 完善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1. 宏觀環境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Fed / ECB / BOJ / 中國 / AI 主題</a:t>
            </a:r>
          </a:p>
          <a:p>
            <a:r>
              <a:rPr sz="1600" b="1" i="1">
                <a:solidFill>
                  <a:srgbClr val="C00000"/>
                </a:solidFill>
                <a:latin typeface="Microsoft JhengHei"/>
              </a:rPr>
              <a:t>💡 [此處待補：請用 Copilot 補上各區域最新政策利率與市場共識]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2. 區域配置矩陣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Copilot：
基於「全球市場原始資料.xlsx」產出 8 大資產類別配置表（含上月對比）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3. 客戶組合績效歸因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Analyst Agent：
基於「組合績效Dashboard.xlsx」產出 Brinson 歸因摘要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4. 下季三大行動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1">
                <a:solidFill>
                  <a:srgbClr val="C00000"/>
                </a:solidFill>
                <a:latin typeface="Microsoft JhengHei"/>
              </a:rPr>
              <a:t>💡 [此處待補：請用 Copilot 整合本月觀點 + 客戶風險屬性，提出 3 個具體再平衡建議]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