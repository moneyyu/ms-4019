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2026 Q3 全球市場展望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國泰投信 / 國泰世華 — 投資觀點月報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宏觀環境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三大主軸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Fed：4.25-4.50% 維持，市場預期 9 月降 25bps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ECB：6 月可能進一步降息至 2.50%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BOJ：三段式升息至 0.75%，日圓有望從 158 區間回升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中國：Q1 GDP 4.7%，房市尚未回穩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AI 半導體供應鏈題材延續，台股相對抗跌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各區域配置建議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區域 / 資產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本月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上月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變動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邏輯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美股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AI capex 強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日股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公司治理 + 日圓回升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新興市場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美元見頂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台股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AI 供應鏈</a:t>
                      </a:r>
                    </a:p>
                  </a:txBody>
                  <a:tcPr/>
                </a:tc>
              </a:tr>
              <a:tr h="44936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美債（長）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降息前布局</a:t>
                      </a:r>
                    </a:p>
                  </a:txBody>
                  <a:tcPr/>
                </a:tc>
              </a:tr>
              <a:tr h="44936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黃金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風險溢價已反映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高資產組合績效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績效歸因（VIP-2024-08321 組合）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0972800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4119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資產類別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報酬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貢獻 (pp)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vs 基準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411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已開發股票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+0.85</a:t>
                      </a:r>
                    </a:p>
                  </a:txBody>
                  <a:tcPr/>
                </a:tc>
              </a:tr>
              <a:tr h="4411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新興市場股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-0.32</a:t>
                      </a:r>
                    </a:p>
                  </a:txBody>
                  <a:tcPr/>
                </a:tc>
              </a:tr>
              <a:tr h="4411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投資級債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-0.15</a:t>
                      </a:r>
                    </a:p>
                  </a:txBody>
                  <a:tcPr/>
                </a:tc>
              </a:tr>
              <a:tr h="4411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高收益債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+0.08</a:t>
                      </a:r>
                    </a:p>
                  </a:txBody>
                  <a:tcPr/>
                </a:tc>
              </a:tr>
              <a:tr h="4411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REITs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+0.12</a:t>
                      </a:r>
                    </a:p>
                  </a:txBody>
                  <a:tcPr/>
                </a:tc>
              </a:tr>
              <a:tr h="4411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商品/黃金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-0.18</a:t>
                      </a:r>
                    </a:p>
                  </a:txBody>
                  <a:tcPr/>
                </a:tc>
              </a:tr>
              <a:tr h="44119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Microsoft JhengHei"/>
                        </a:rPr>
                        <a:t>+0.40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風險指標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年化波動率 11.8%（目標 ≤13%）✅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Sharpe Ratio 0.72（目標 ≥0.6）✅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Max Drawdown -7.4%（目標 ≥-10%）✅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Information Ratio 0.32（目標 ≥0.25）✅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VaR(95%, 月) -5.2%（目標 ≥-7%）✅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C9933"/>
                </a:solidFill>
                <a:latin typeface="Microsoft JhengHei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icrosoft JhengHei"/>
              </a:rPr>
              <a:t>下季建議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5. 三大行動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減碼歐股（中性偏空）→ 加碼美債（中性 → 加碼）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新興市場由中性偏空調至中性，準備分批進場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若 Fed 6 月會議鴿派，啟動再平衡：股債 60/40 → 65/35</a:t>
            </a:r>
          </a:p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ESG / 永續主題基金加碼 5%，搭配長照新商品銷售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   |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