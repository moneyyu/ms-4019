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2025 TCFD 氣候相關財務揭露報告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永續金融委員會 — 季度提報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TCFD 四大支柱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治理 (Governance)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永續金融委員會（副董主持，每季召開）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下設氣候風險、永續商品、ESG 投資三個工作小組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各子公司 C-suite 擔任工作小組召集人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ESG 績效已納入高階經理人 KPI（占 15%）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策略 (Strategy)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SBTi 1.5°C 目標已驗證：2030 自身 -50%、2050 淨零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投融資組合 2030 -38%（覆蓋電力、石化、水泥、鋼鐵）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永續商品系列：ESG 基金 + 綠色融資 + 投資型保單 ESG 附約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2025 綠色金融餘額 3,820 億，2030 目標 6,500 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風險管理 — 氣候風險矩陣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風險類別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情境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時程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影響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因應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實體 - 颱風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RCP 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理賠 + 再保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實體 - 海平面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RCP 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長期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區位調整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轉型 - 政策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1.5°C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高碳 -5%/年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轉型 - 技術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綠色躍進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再生 + 儲能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轉型 - 訴訟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氣候訴訟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中長期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強化揭露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指標與目標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關鍵 ESG 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2020 基準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2025 實績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2030 目標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自身營運碳排（tCO2e）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41,200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投融資組合碳排（百萬 tCO2e）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11.4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綠色金融餘額（億）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6,500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高碳資產佔比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≤5%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WACI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≤140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同業 benchmark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TCFD 揭露品質：本公司 vs 同業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公司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治理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策略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風險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目標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合計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國泰金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88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中信金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85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富邦金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87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玉山金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89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業界平均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74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