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國泰集團 2026-2028 數位轉型藍圖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草稿版 — 待 Copilot 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三年策略目標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2026 / 2027 / 2028 三階段</a:t>
            </a:r>
          </a:p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補上三年具體里程碑與投資金額]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五大支柱 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Copilot：
基於「數位轉型KPI_Dashboard.xlsx」產出三年路徑表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客戶旅程 NPS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基於「通路NPS月度原始.xlsx」產出八階段 vs 業界對比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Fintech 同業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Researcher Agent：
基於「全球Fintech同業比較研究.docx」+ 公開資料更新最新案例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ROI 預估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Analyst Agent 計算三年累積投資、效益、淨現值（NPV）]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