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6633"/>
                </a:solidFill>
                <a:latin typeface="Microsoft JhengHei"/>
              </a:rPr>
              <a:t>國泰集團 2026-2028 數位轉型藍圖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Microsoft JhengHei"/>
              </a:rPr>
              <a:t>Steering Committee — Q2 提報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策略與支柱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1. 三年策略目標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2026：核心系統雲原生改造（保單核心、銀行 OB、投信 OMS）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2027：四大子公司客戶旅程整合 + 集團 SSO + 統一行動 App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2028：以 GenAI 為核心的智能助理覆蓋所有客戶觸點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投資總額：53.7 億 / 三年 = 13.5 + 17.9 + 22.3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2. 五大支柱關鍵指標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支柱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2025 實績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2026 目標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2028 願景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雲端化(%)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90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數位 MAU(萬)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920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集團 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68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數位收入佔比(%)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65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AI 案件覆蓋率(%)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80</a:t>
                      </a:r>
                    </a:p>
                  </a:txBody>
                  <a:tcPr/>
                </a:tc>
              </a:tr>
              <a:tr h="4493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Open API 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客戶旅程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3. 客戶旅程 NPS：本集團 vs. 業界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本集團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業界平均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Gap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 認知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+4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 簽約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+9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 上手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+7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 服務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+2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7 變更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🔴 -3</a:t>
                      </a:r>
                    </a:p>
                  </a:txBody>
                  <a:tcPr/>
                </a:tc>
              </a:tr>
              <a:tr h="4493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 終止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Fintech 同業 benchmark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4. 五大能力評分（5 分制）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公司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雲端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資料/AI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客戶體驗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Open API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資安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DBS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JPMorgan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UBS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國泰（現況）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國泰（2028 目標）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5. 預期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2026 年化效益：8.5 億 / 投資 13.5 億 = ROI 63%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2027 年化效益：18.4 億 / 投資 17.9 億 = ROI 102%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2028 年化效益：32.6 億 / 投資 22.3 億 = ROI 146%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三年累積投資 53.7 億，三年累積效益 59.5 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