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2026 Q1 風險與法遵董事會月報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風險委員會 / 稽核委員會聯席會議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資本與風險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ICS 資本適足率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本月：165%（業界 195%，落後 30pp）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Q1 變動：172% → 165%（-7pp，主因利率波動）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監理門檻 100% / 內部目標 150% — 仍充足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建議：利率對沖比率提升至 75%，降低敏感度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KRI 熱圖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KRI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本月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上月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閾值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違約率(%)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≤0.50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🟢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VaR 利用率(%)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≤85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🟢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利率 BPV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≤25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🟡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LCR(%)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≥100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🟢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ICS(%)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≥150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🟡</a:t>
                      </a:r>
                    </a:p>
                  </a:txBody>
                  <a:tcPr/>
                </a:tc>
              </a:tr>
              <a:tr h="4493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WACI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≤220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壓力測試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三大壓力情境衝擊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基準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輕度衰退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重度衰退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尾端風險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GDP 衝擊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-6.8%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違約率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3.20%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108%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LCR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95%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稅前淨利衝擊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-72%</a:t>
                      </a:r>
                    </a:p>
                  </a:txBody>
                  <a:tcPr/>
                </a:tc>
              </a:tr>
              <a:tr h="4493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相對監理門檻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充足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充足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邊際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🔴 不足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AML 與法遵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AML / STR 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本季 STR 申報：509 件（誤報率 96.6%）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新興風險：合成身分開戶 +183%、VASP 對接、新南向穩定幣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GraphML 偵測模型 F1 從 0.205 → 0.301（+47%）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建議：擴大 GraphML 至全集團，預估誤報率可降至 95.2%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重大法規追蹤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🔴 保險業電子商務應注意事項修正（影響長照新商品）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🟡 金融機構 AI 應用治理指引（影響 GraphML、Copilot）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🟡 永續金融揭露準則 2.0（影響 TCFD 報告）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🟡 個資法施行細則（影響 KYC、客戶資料應用）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🟢 外匯管理及投資型保單（影響 ESG 附約）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